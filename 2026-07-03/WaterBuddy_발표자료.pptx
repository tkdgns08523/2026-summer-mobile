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🌱  ➡  💧🐔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물친구 (WaterBuddy)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벤치마킹 대상: Plant Nanny (Fourdesire)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</a:p>
          <a:p>
            <a:pPr algn="ctr">
              <a:defRPr sz="2000" b="0">
                <a:solidFill>
                  <a:srgbClr val="FFFFFF"/>
                </a:solidFill>
              </a:defRPr>
            </a:pPr>
            <a:r>
              <a:t>"물을 마시면 식물이 자라는 앱"에서 영감을 받아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"물 + 스트레칭으로 펫을 키우는 앱"으로 재탄생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5669280"/>
            <a:ext cx="3962095" cy="548640"/>
          </a:xfrm>
          <a:prstGeom prst="roundRect">
            <a:avLst/>
          </a:prstGeom>
          <a:solidFill>
            <a:srgbClr val="039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모바일 프로그래밍 | 2026년 7월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288D1"/>
                </a:solidFill>
              </a:defRPr>
            </a:pPr>
            <a:r>
              <a:t>🌱 Plant Nanny의 매력  &amp;  💧 WaterBuddy의 차별화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8100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666666"/>
                </a:solidFill>
              </a:defRPr>
            </a:pPr>
            <a:r>
              <a:t>Plant Nanny에서 마음에 든 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5303520" cy="91440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E0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1579B"/>
                </a:solidFill>
              </a:defRPr>
            </a:pPr>
            <a:r>
              <a:t>🎮  게이미피케이션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     물 마시기를 "식물 돌봄"으로 바꿔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     꾸준한 사용을 유도하는 핵심 매력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5303520" cy="91440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E0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1579B"/>
                </a:solidFill>
              </a:defRPr>
            </a:pPr>
            <a:r>
              <a:t>👆  원터치 UI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     물방울 버튼 한 번이면 기록 끝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     복잡한 입력 과정이 전혀 없음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11880"/>
            <a:ext cx="5303520" cy="91440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E0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1579B"/>
                </a:solidFill>
              </a:defRPr>
            </a:pPr>
            <a:r>
              <a:t>🌿  수집 요소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     50개 이상의 다양한 식물 수집으로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     장기 사용 동기 부여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663439"/>
            <a:ext cx="5303520" cy="91440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E0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1579B"/>
                </a:solidFill>
              </a:defRPr>
            </a:pPr>
            <a:r>
              <a:t>📊  시각적 통계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     월별 그래프로 기록 비교가 쉽고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     자기 관리에 효과적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669280"/>
            <a:ext cx="5303520" cy="64008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8F00"/>
                </a:solidFill>
              </a:defRPr>
            </a:pPr>
            <a:r>
              <a:t>핵심 인사이트</a:t>
            </a:r>
          </a:p>
          <a:p>
            <a:pPr>
              <a:defRPr sz="1100">
                <a:solidFill>
                  <a:srgbClr val="7B5E00"/>
                </a:solidFill>
              </a:defRPr>
            </a:pPr>
            <a:r>
              <a:t>"건강 관리"라는 지루한 행위를 "캐릭터 돌봄"이라는 감성적 경험으로 바꾼 것이 성공 비결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666666"/>
                </a:solidFill>
              </a:defRPr>
            </a:pPr>
            <a:r>
              <a:t>WaterBuddy는 이렇게 차별화했습니다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2377440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5100"/>
                </a:solidFill>
              </a:defRPr>
            </a:pPr>
            <a:r>
              <a:t>🌱 식물 키우기</a:t>
            </a:r>
          </a:p>
          <a:p>
            <a:pPr>
              <a:defRPr sz="900">
                <a:solidFill>
                  <a:srgbClr val="BF360C"/>
                </a:solidFill>
              </a:defRPr>
            </a:pPr>
            <a:r>
              <a:t>Plant Nanny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1600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288D1"/>
                </a:solidFill>
              </a:defRPr>
            </a:pPr>
            <a:r>
              <a:t>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508760"/>
            <a:ext cx="283464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🐔 펫 캐릭터 육성</a:t>
            </a:r>
          </a:p>
          <a:p>
            <a:pPr>
              <a:defRPr sz="900">
                <a:solidFill>
                  <a:srgbClr val="1B5E20"/>
                </a:solidFill>
              </a:defRPr>
            </a:pPr>
            <a:r>
              <a:t>WaterBuddy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86000"/>
            <a:ext cx="2377440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5100"/>
                </a:solidFill>
              </a:defRPr>
            </a:pPr>
            <a:r>
              <a:t>💧 물 마시기만</a:t>
            </a:r>
          </a:p>
          <a:p>
            <a:pPr>
              <a:defRPr sz="900">
                <a:solidFill>
                  <a:srgbClr val="BF360C"/>
                </a:solidFill>
              </a:defRPr>
            </a:pPr>
            <a:r>
              <a:t>Plant Nanny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377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288D1"/>
                </a:solidFill>
              </a:defRPr>
            </a:pPr>
            <a:r>
              <a:t>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286000"/>
            <a:ext cx="283464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💧+🤸 물 + 스트레칭 통합</a:t>
            </a:r>
          </a:p>
          <a:p>
            <a:pPr>
              <a:defRPr sz="900">
                <a:solidFill>
                  <a:srgbClr val="1B5E20"/>
                </a:solidFill>
              </a:defRPr>
            </a:pPr>
            <a:r>
              <a:t>WaterBuddy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63240"/>
            <a:ext cx="2377440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5100"/>
                </a:solidFill>
              </a:defRPr>
            </a:pPr>
            <a:r>
              <a:t>소셜 기능 없음</a:t>
            </a:r>
          </a:p>
          <a:p>
            <a:pPr>
              <a:defRPr sz="900">
                <a:solidFill>
                  <a:srgbClr val="BF360C"/>
                </a:solidFill>
              </a:defRPr>
            </a:pPr>
            <a:r>
              <a:t>Plant Nanny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154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288D1"/>
                </a:solidFill>
              </a:defRPr>
            </a:pPr>
            <a:r>
              <a:t>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3063240"/>
            <a:ext cx="283464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🏆 랭킹 + 1위 보상</a:t>
            </a:r>
          </a:p>
          <a:p>
            <a:pPr>
              <a:defRPr sz="900">
                <a:solidFill>
                  <a:srgbClr val="1B5E20"/>
                </a:solidFill>
              </a:defRPr>
            </a:pPr>
            <a:r>
              <a:t>WaterBuddy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80"/>
            <a:ext cx="2377440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5100"/>
                </a:solidFill>
              </a:defRPr>
            </a:pPr>
            <a:r>
              <a:t>🪴 화분 선택</a:t>
            </a:r>
          </a:p>
          <a:p>
            <a:pPr>
              <a:defRPr sz="900">
                <a:solidFill>
                  <a:srgbClr val="BF360C"/>
                </a:solidFill>
              </a:defRPr>
            </a:pPr>
            <a:r>
              <a:t>Plant Nanny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931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288D1"/>
                </a:solidFill>
              </a:defRPr>
            </a:pPr>
            <a:r>
              <a:t>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840480"/>
            <a:ext cx="283464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🎩 아이템 구매 &amp; 장착</a:t>
            </a:r>
          </a:p>
          <a:p>
            <a:pPr>
              <a:defRPr sz="900">
                <a:solidFill>
                  <a:srgbClr val="1B5E20"/>
                </a:solidFill>
              </a:defRPr>
            </a:pPr>
            <a:r>
              <a:t>WaterBuddy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617720"/>
            <a:ext cx="2377440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5100"/>
                </a:solidFill>
              </a:defRPr>
            </a:pPr>
            <a:r>
              <a:t>🔔 물 알림만</a:t>
            </a:r>
          </a:p>
          <a:p>
            <a:pPr>
              <a:defRPr sz="900">
                <a:solidFill>
                  <a:srgbClr val="BF360C"/>
                </a:solidFill>
              </a:defRPr>
            </a:pPr>
            <a:r>
              <a:t>Plant Nanny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709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288D1"/>
                </a:solidFill>
              </a:defRPr>
            </a:pPr>
            <a:r>
              <a:t>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4617720"/>
            <a:ext cx="283464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🔔 물+스트레칭+방해금지 통합</a:t>
            </a:r>
          </a:p>
          <a:p>
            <a:pPr>
              <a:defRPr sz="900">
                <a:solidFill>
                  <a:srgbClr val="1B5E20"/>
                </a:solidFill>
              </a:defRPr>
            </a:pPr>
            <a:r>
              <a:t>WaterBuddy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669280"/>
            <a:ext cx="576072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한 줄 요약</a:t>
            </a:r>
          </a:p>
          <a:p>
            <a:pPr>
              <a:defRPr sz="1200" b="1">
                <a:solidFill>
                  <a:srgbClr val="1B5E20"/>
                </a:solidFill>
              </a:defRPr>
            </a:pPr>
            <a:r>
              <a:t>Plant Nanny = "물 + 식물"  →  WaterBuddy = "물 + 스트레칭 + 펫 + 꾸미기 + 경쟁"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288D1"/>
                </a:solidFill>
              </a:defRPr>
            </a:pPr>
            <a:r>
              <a:t>📱 현재 구현 현황 &amp; 기술 스택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8100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666666"/>
                </a:solidFill>
              </a:defRPr>
            </a:pPr>
            <a:r>
              <a:t>10개 화면 구현 상태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743200" cy="749808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E0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1579B"/>
                </a:solidFill>
              </a:defRPr>
            </a:pPr>
            <a:r>
              <a:t>🚀  스플래시 / 온보딩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첫 실행 자동 분기, 체중 기반 목표량 자동 계산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463040"/>
            <a:ext cx="2743200" cy="749808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E0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1579B"/>
                </a:solidFill>
              </a:defRPr>
            </a:pPr>
            <a:r>
              <a:t>🏠  메인 화면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펫 5단계 성장(🥚→🐣→🐤→🐥→🐔), 원터치 물 기록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2743200" cy="749808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E0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1579B"/>
                </a:solidFill>
              </a:defRPr>
            </a:pPr>
            <a:r>
              <a:t>📋  물 기록 히스토리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시간별 기록 목록, 개별 삭제, 남은 목표량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331720"/>
            <a:ext cx="2743200" cy="749808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E0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1579B"/>
                </a:solidFill>
              </a:defRPr>
            </a:pPr>
            <a:r>
              <a:t>📈  통계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일간/주간/월간 막대 차트, 전월 대비 비교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2743200" cy="749808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E0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1579B"/>
                </a:solidFill>
              </a:defRPr>
            </a:pPr>
            <a:r>
              <a:t>🐔  캐릭터 꾸미기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아이템 상점, 코인으로 구매, 모자/액세서리 장착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200400"/>
            <a:ext cx="2743200" cy="749808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E0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1579B"/>
                </a:solidFill>
              </a:defRPr>
            </a:pPr>
            <a:r>
              <a:t>🤸  스트레칭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8종 동작 + 카운트다운 타이머, 완료 시 보상 지급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69079"/>
            <a:ext cx="2743200" cy="749808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E0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1579B"/>
                </a:solidFill>
              </a:defRPr>
            </a:pPr>
            <a:r>
              <a:t>🏆  랭킹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최근 7일 달성률 비교, 1위 코인 보상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4069079"/>
            <a:ext cx="2743200" cy="749808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E0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1579B"/>
                </a:solidFill>
              </a:defRPr>
            </a:pPr>
            <a:r>
              <a:t>🔔  알림 설정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간격/시간대/방해금지 설정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2743200" cy="749808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E0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1579B"/>
                </a:solidFill>
              </a:defRPr>
            </a:pPr>
            <a:r>
              <a:t>👤  마이페이지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프로필 수정, 누적 통계, 데이터 초기화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937760"/>
            <a:ext cx="2743200" cy="749808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E0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1579B"/>
                </a:solidFill>
              </a:defRPr>
            </a:pPr>
            <a:r>
              <a:t>🔑  로그인 (추가 구현)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기획에 없던 로컬 멀티계정 전환 기능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666666"/>
                </a:solidFill>
              </a:defRPr>
            </a:pPr>
            <a:r>
              <a:t>완성도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1280160" cy="292608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스플래시 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463040"/>
            <a:ext cx="1280160" cy="292608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온보딩 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463040"/>
            <a:ext cx="1280160" cy="292608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메인 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1463040"/>
            <a:ext cx="1280160" cy="292608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물기록 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810512"/>
            <a:ext cx="1280160" cy="292608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통계 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1810512"/>
            <a:ext cx="1280160" cy="292608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캐릭터 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810512"/>
            <a:ext cx="1280160" cy="292608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스트레칭 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0" y="1810512"/>
            <a:ext cx="1280160" cy="292608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랭킹 90%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157984"/>
            <a:ext cx="1280160" cy="292608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알림 90%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2157984"/>
            <a:ext cx="1280160" cy="292608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마이페이지 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2157984"/>
            <a:ext cx="1280160" cy="292608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로그인 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1089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666666"/>
                </a:solidFill>
              </a:defRPr>
            </a:pPr>
            <a:r>
              <a:t>기술 스택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520440"/>
            <a:ext cx="2788920" cy="749808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🔤  Kotlin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기획은 Java였으나 Kotlin으로 전환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3520440"/>
            <a:ext cx="2788920" cy="7498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80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🗄️  Room DB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4개 Entity, 4개 DAO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389120"/>
            <a:ext cx="2788920" cy="749808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⚡  Coroutines + Flow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비동기 처리 &amp; 실시간 UI 갱신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4389120"/>
            <a:ext cx="2788920" cy="749808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🎨  Canvas 커스텀 뷰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외부 라이브러리 없이 차트 직접 구현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303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666666"/>
                </a:solidFill>
              </a:defRPr>
            </a:pPr>
            <a:r>
              <a:t>남은 작업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623560"/>
            <a:ext cx="5760720" cy="7772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▸ 아이템 가격 정상화 (현재 테스트용 0원)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▸ 알림음 선택 실제 반영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▸ 달력 형태 달성 여부 뷰 추가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▸ 이모지 → 실제 캐릭터 이미지 교체 검토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126480"/>
            <a:ext cx="11247120" cy="5029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1579B"/>
                </a:solidFill>
              </a:defRPr>
            </a:pPr>
            <a:r>
              <a:t>결론: Plant Nanny의 핵심 매력인 "게이미피케이션"을 계승하면서, 스트레칭 · 랭킹 · 아이템 꾸미기로 더 풍부한 동기부여 시스템을 구축했습니다.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